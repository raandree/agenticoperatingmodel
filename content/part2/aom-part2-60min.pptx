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Part 2 of the Agentic Operating Model series. Part 1 (13 Aug 2026, 120 minutes)
ran out of time before its last modules. This session picks up the four topics that changed
most since then: MCP servers, interviewing before acting, the Memory Bank, and Agent handoffs.
PRESENT — Keep this under a minute.
- Introduce yourself in one sentence, then ask: "Who was at Part 1?" The show of hands decides
  how long the recap on slide 3 takes: 30 seconds if most were there, 90 seconds if few were.
- Read the four topics on the bottom line once. They are the agenda.
- Say early that every demo has a fallback: "If a live Agent takes too long, I switch to the
  branch I recorded in rehearsal. You see the same artefacts either way."
- Say that PowerShell is the demonstration medium, not the subject.
TRANSITION — "Part 1 ended with an Agent that works well inside one repository. Today starts
with the four questions that come right after that."
TIME —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agenda and the promise of the talk. The four questions come from the abstract;
each one is a block of 12 to 20 minutes with a live demo.
PRESENT
- Read the four questions, not the answers. Pause after "Who checks its work?" — that is the
  question most people in the room have not solved yet.
- Then point at the right-hand column: one concrete answer per question, each shown live.
- Running example: the four blocks are not four separate demos. One small feature travels
  through all of them — a new Tool for the PowerShell MCP server.
- Read the vague idea slowly. Say: "This sentence hides at least ten decisions. In block 2 the
  Agent finds them, not me."
TRANSITION — "Before we leave the repository, one minute on the loop from Part 1."
TIME —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core idea of Part 1, as a one-minute recap. Part 2 must also work for people who
did not attend.
PRESENT
- Walk the loop once, top to bottom: OBSERVE reads the repository, PLAN breaks the task down,
  ACT changes files, VERIFY runs tests, and a failure sends the Agent around again.
- Then map today's four blocks onto the loop. This mapping is the one idea to land here:
  - Reach out: MCP extends what OBSERVE and ACT can touch beyond the repository.
  - Ask first: questions sharpen PLAN before the first file changes.
  - Remember: the Memory Bank feeds OBSERVE across sessions and compactions.
  - Hand off: a second Agent adds an independent VERIFY.
- If most people were at Part 1, skip the walk-through and do only the mapping.
TRANSITION — "Let's start with reach. The Agent can already run a terminal — so why would it
need anything else?"
TIME —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A PowerShell audience asks "why not just Invoke-RestMethod?" within the first minute.
Answer it before they ask. The honest framing: MCP adds no reach the terminal lacks. It adds
structure — names, schemas, approvals, and a place to keep knowledge about your systems.
PRESENT — Read the table row by row, left column first, then the right.
- Row 1: a command string is free text the Model writes; a Tool is a named function with a
  JSON Schema. Typed input is easier to validate and easier for the Model to choose.
- Row 2: in the terminal you approve "run this command?" — the same question for Get-Process
  and for Remove-Item -Recurse. MCP lets the host ask per Tool, and the specification lets a
  server mark a Tool as read-only or destructive. One-sentence caveat: those marks are hints
  from the server, so a client must not trust them blindly.
- Row 3: the knowledge of "how to talk to our CMDB" moves out of every Prompt and into code
  that every chat reuses.
- Row 4: one server works across hosts — VS Code, GitHub Copilot CLI, Claude, Cursor.
- Blockquote: MCP is an open standard. It moved under the Agentic AI Foundation, part of the
  Linux Foundation.
TRANSITION (90 min) — "MCP doesn't replace your APIs either. It sits on top of them."
TRANSITION (60 min) — "So what does that structure look like on the wire? Surprisingly little."
TIME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Demystification: everything VS Code needs from an MCP server fits in eight lines.
These are the real messages of the demo server, shortened with "…".
PRESENT
- Explain the arrows first: → is VS Code talking to the server, ← is the server answering.
- Lines 1 to 3, the handshake: the client proposes a protocol version, the server confirms it
  and says what it can do, and the client confirms it is ready.
- Lines 4 and 5, discovery: the client asks for the Tool list. Each Tool comes back with a
  name, a description, and an input schema. The description is what the Model reads to decide.
- Lines 6 to 8, the call: the Model chose notes_add with the argument "buy milk". When the
  client passes a progress token, the server streams progress notifications before the result.
- Bullet 1: the id pairs request and response; notifications carry no id and get no answer.
- Bullet 2: in this server a Tool is one Register-McpTool call. No code generation, no manifest.
- Bullet 3: the classic bug. stdout carries the protocol, so any stray output — Write-Host or
  an uncaptured pipeline value — corrupts the stream. Logs go to stderr.
- Bullet 4, spec currency: the demo server implements revision 2025-06-18, which starts with
  the initialize handshake shown here. The current revision, 2026-07-28, removed that
  handshake and protocol-level sessions: every request carries its protocol version and client
  capabilities in _meta, and servers implement server/discover to advertise their versions.
  Hosts that support both probe with server/discover and fall back to initialize for older
  servers like this one. Discovery, the call, and the stdout rule are unchanged. One sentence
  is enough — and it is the honest answer if someone in the room knows the new revision.
TRANSITION — "Now let's plug it into VS Code."
TIME —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exact configuration of the demo repository created by
content/part2/New-Part2DemoRepo.ps1. In the AgenticOperatingModel repository the same server is
wired from content/demos/mcp-demo-server-ps/mcp.example.json.
PRESENT
- Point at three keys: type stdio (a local child process talking over stdin and stdout),
  command and args (plain pwsh, nothing special), and env (where the notes store lives — here
  inside the demo folder, so the demo never touches real data).
- Bullet 1 is the identity point: the server runs as you. Start VS Code elevated and the
  server is elevated too — same Agent, same Prompt, different blast radius.
- Bullet 2: the approval prompt appears in the demo. It is the cheapest guardrail you have.
- Bullet 3: a practical gotcha that comes back in the close. After the engineer adds a Tool,
  the running process doesn't know it. Restart the server from the MCP server list.
- One sentence on why CopilotAtelier syncs no mcp.json to its users: this file starts
  processes with your credentials. Treat it like code, not like settings.
TRANSITION — "That is a local server. Not every MCP server runs on your machine."
TIME —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Primary sources: the MCP specification, revision 2026-07-28. Transports: with stdio
the client launches the server as a subprocess; with Streamable HTTP the server runs as an
independent process that can handle multiple client connections through one endpoint that
accepts POST. Authorization: HTTP-based transports use OAuth 2.1; stdio servers take their
credentials from the environment instead. Streamable HTTP security: servers must validate the
Origin header against DNS rebinding and, when running locally, should bind to 127.0.0.1 only.
GitHub ships its MCP server both ways: remote at api.githubcopilot.com/mcp/ with OAuth
(VS Code 1.101 or later) and as a local build that uses a personal access token.
PRESENT — Read the table row by row and contrast the two columns.
- Runs: a local server is started by VS Code when it is needed and lives as a child process of
  your editor. A remote server is already running and serves many users at once.
- Wire: both carry the same JSON-RPC messages; only the framing differs — lines on stdin and
  stdout, or HTTP POST requests.
- Identity: the decisive row. A local server can do whatever you can do on this machine; our
  demo reads processes and the event log with your rights. A remote server acts with the scopes
  you granted when you signed in, not with your machine's rights.
- Reaches: the running example has to be local, because nothing remote can read the event log
  of your laptop. GitHub issues live on GitHub, so a remote server is the natural fit there.
- You trust: locally, the supply chain — an npx package or a script you never read runs as you.
  Remotely, the operator — it sees every argument and every result, and it can change under you.
- Example: GitHub ships the same server both ways. Choose by where the data lives and who should
  hold the credentials.
- Code: the type decides the shape. stdio needs a command and arguments; http needs a URL.
  VS Code runs the OAuth sign-in for remote servers that support it.
- Blockquote: the classic misunderstanding is "HTTP means remote". A local server can listen on
  localhost. The specification then requires Origin validation and binding to 127.0.0.1, because
  otherwise a web page in your browser could talk to your local server through DNS rebinding.
- If asked about operations: a local server updates per machine, so versions drift; a remote
  server updates centrally — for everyone at once, breaking changes included.
TRANSITION — "Local or remote — before you connect either, ask three questions."
TIME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MCP security block compressed into three questions the room can take home.
Sources: the Lethal trifecta (Simon Willison, June 2025; OWASP LLM01), CopilotAtelier
Decision 17 (no curated mcp.json), and the Berkeley Function-Calling Leaderboard / GeoEngine
result from the 4h deck (a quantized Llama 3.1 8b failed with 46 Tools and passed with 19 in
the same 16k context window).
PRESENT — Ask each question to the room before you read the answer.
- Identity: "Who knows which account your MCP servers run under?" Expect few hands. A local
  stdio server is a child process of your editor. For a remote server the question becomes:
  which scopes did you grant its token?
- Human click: the Model sees names and descriptions only. notes_delete and notes_list look
  alike to it. Confirming destructive Tools is not optional.
- Untrusted text: the one people miss. A Tool that reads a web page, a ticket, or an event log
  returns text someone else wrote, and that text lands in the context window next to your
  instructions. The running example reads the event log, so this question returns in the
  security review.
- Bullet 1: name the Lethal trifecta. The fix is to break one leg, not to filter.
- Bullet 2: CopilotAtelier, which ships Custom agents, Skills, and Hooks to many machines,
  deliberately syncs no MCP configuration: it is code with credentials and network reach.
- Bullet 3: Tool descriptions sit in the context window on every request. More servers can
  make answers worse, not better.
- Optional anecdote: while this talk was prepared, the demo's own smoke test deleted note #1
  instead of the note it had just created — a destructive call aimed at the wrong record. It
  was fixed in the same preparation branch.
TRANSITION — "Enough slides. Let's look at the server."
TIME —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First demo: 8 minutes at 90, 5 minutes at 60. Everything runs in the demo repository
created by content/part2/New-Part2DemoRepo.ps1 (default C:\Git\aom-part2-demo). See
content/part2/demo-runbook.md for setup and fallbacks.
DO
1. Open Start-AgenticDemoMcp.ps1. Search for "function Register-McpTool": a Tool is an entry
   in a list. Show one registration (notes_add): name, description, schema, script block.
   Search for "'tools/call'": the dispatcher. Search for "function Send-McpFrame": the only
   place that writes to stdout.
2. Terminal: .\probe.ps1. The INIT, TOOLS, ADD, LIST, SEARCH, OS, TOP, DISK, DEL lines come
   from the probe; the coloured lines in between are the server's stderr log.
3. Command Palette: "MCP: List Servers". Start agentic-demo-ps if it isn't running. Open a new
   chat in Agent mode and ask for the top 3 processes. Approve the system_top_processes call
   and point at the Tool name in the chat.
4. 90 minutes only: ask "Delete note 1." Stop at the confirmation and ask the room: "What if
   this were database_drop_table?" Then approve or cancel.
IF IT FAILS — If the server doesn't start, the probe output from step 2 is the demo: it shows
the same protocol. Say so and move on. Don't debug on stage.
TRANSITION — "The Agent picked the right Tool because the question was precise. Most real
ideas are not. Remember our vague sentence?"
TIME — 8 minutes at 90, 5 minutes at 60 (skip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question panel is VS Code's askQuestions Tool. The rules come from
CopilotAtelier's interactive-questions reference and its contributor-calibration Instruction
(Decision 0027, 30 Sep 2026). The measurement is a private behaviour eval: 17 cases taken
from real chats, run with and without the Instruction, three samples each, graded by a pinned
Model judge that agreed with human labels on 38 of 40 replies.
PRESENT
- Bullet 1: small rounds keep the interview adaptive — the next question depends on the last
  answer. With the recommendation first, you can accept with one click.
- Bullet 2: options are suggestions; typing your own answer is always possible.
- Bullet 3: the most useful rule. If you don't know, you are not stuck. The Agent records its
  recommendation as an assumption and flags it for an expert. Nothing is silently guessed.
- Bullet 4: only the final sign-off is a strict choice, so "sure, sounds good" can't slip
  through as approval.
- Bullet 5: delegation has limits — no "you pick" for anything irreversible.
- Blockquote: rules about asking are testable like code: 52 % to 100 % on real cases.
- A real example from preparing this talk: the Agent asked what Sessionize's "small print"
  field should contain — with options — instead of guessing.
TRANSITION — "Questionnaires are the format. Grill-Me is the discipline behind them."
TIME —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Grill-Me is the adversarial requirements interview from CopilotAtelier's grill-me
Skill (May 2026; prior art: Matt Pocock's skills repository). The depth table is quoted from
the software-architect Custom agent (26 Aug 2026).
PRESENT
- First line: the refusal is the feature. Until sign-off, the only output is the next question.
- Categories: don't read all twelve. Pick three that fit the running example — security and
  privacy (which event logs may it read?), performance (how many events?), rollback (what if
  the Tool misbehaves?).
- Table: read the left column, then quote the agent file: "Ninety questions about a new switch
  parameter teaches the user never to select this agent again." Depth scales with risk.
- Bullet 1: a TBD is not a failure; a hidden assumption is.
- Bullet 2: to reflect on any idea, ask an Agent to grill you instead of praising you. It is
  the antidote to sycophancy.
TRANSITION — "Grill-Me existed as a Skill for months. It still lost. Here is why."
TIME —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CopilotAtelier Decision 0022 (26 Aug 2026). The most transferable lesson of the
block: when two instructions conflict, the mode instruction wins.
PRESENT
- First line: tell it as a story. The Skill was correct, well written, and loaded. It still
  lost.
- Table: a Skill is content the Model may consult. A Custom agent body is the mode the Model is
  in. The engineer's body says "don't ask when the next step is reversible" — and almost every
  step is reversible. Two directives point in opposite directions; only one of them is a mode.
- Fix line: make the interview a role, not a suggestion. The VS Code documentation shows the
  same pattern: a planning agent that hands off to an implementation agent.
- Bullet 1: taking Tools away is a design tool. The architect has no test runner.
- Bullet 2: it is not a sandbox. It can still edit files, because the shared close-out writes
  the Memory Bank. Without tests, though, it can't finish a code change, so the Agent handoff is
  the only productive exit. Say this honestly: it is a bounded guarantee.
- Bullet 3: why not call the architect as a subagent? A subagent runs in its own context
  window and reports back. It can't hold a conversation with you, and an interview needs you.
- Generalize: if a behaviour must win, make it a Custom agent's mode or a Hook, not a Skill.
TRANSITION — "Let's watch it interview me about our vague idea."
TIME —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Second demo: 8 minutes at 90, 5 minutes at 60. Runs in the demo repository. The
prompt starts the full development cycle (architect, engineer, security reviewer, writer),
which block 4 explains. Keep the rehearsal branch demo/1-concept ready in case the interview
runs long.
DO
1. Select the software-architect Custom agent and paste the prompt from the slide.
2. Read the first reply aloud: the depth it chose (expect the named subset, because this is a
   contained change) and its reason.
3. Answer in the question panel. Answers that keep the demo crisp: System and Application logs
   only; errors and critical events only; the last hour by default; at most 50 events; message
   text truncated; Windows only, with a clear error elsewhere; read-only. Answer one question
   with "not sure, you pick" on purpose and later show where that assumption appears.
4. Expect a security question about log access. The Security log needs elevation. Say: "We will
   not run the server elevated." That decision shapes the Tool.
5. Sign off. Open .memory-bank/decisions/ and show the file the architect wrote.
6. Take the "Implement the Design Concept" handoff. The engineer starts; leave it running and
   go back to the slides.
IF IT FAILS — git switch demo/1-concept, open the Design Concept from rehearsal, and take the
handoff from there.
TRANSITION — "While the engineer works, let's talk about what it knows — and what it forgets."
TIME — 8 minutes at 90 (8 to 10 questions), 5 minutes at 60 (about 5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pattern in its 2026 shape. In Part 1 this slide sat in Module 8 of the 2h deck,
so many attendees may not have seen it.
PRESENT
- Opening line: the Memory Bank is Markdown in Git — reviewed, diffed, and versioned like code.
- Walk the rows in three groups rather than one by one:
  - Stable: projectbrief, productContext, systemPatterns, techContext change rarely.
  - Moving: activeContext is a status page, overwritten whenever the focus changes; progress
    keeps recent milestones; git keeps the full history.
  - New in 2026: index.md routes the reading; decisions/ holds one durable choice per file;
    promptHistory became an optional local log that is never read routinely.
- Blockquote: the idea is tool-neutral. The template is in
  content/materials/memory-bank-template.
TRANSITION — "Nine months ago this table looked almost the same. What changed is how it is
used."
TIME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answer to "what has changed in this field". Each row is illustrated with a dated
change in CopilotAtelier, which tracked the field closely:
- 07 Jul 2026: promptHistory.md becomes a local, untracked log.
- 24 Jul: routing through index.md; 25 audited routing cases; decision records extracted;
  VS Code's native memory Tool deliberately not granted to every Custom agent.
- 28 Jul: Hooks arrive; a SessionStart Hook makes "a Memory Bank exists here" a fact.
- 01 Aug: line budgets, and a health check that warns before a budget breaks.
- 13 Aug: a second eval — can a fresh Model pick the routes from the task text?
- 25 Aug: a PreCompact Hook writes a recovery file before compaction.
- 30 Sep to 06 Oct: contributor calibration and a private profile outside every repository.
PRESENT — One sentence per row, "then … now …":
- Row 1: host memory is useful for personal preferences. It is not reviewed, not versioned,
  and not shared, so it never outranks the Memory Bank.
- Row 2: vendors assume the context window will be reset. Anthropic's memory Tool tells the
  Model to assume interruption; Claude Code re-reads CLAUDE.md after /compact; Cline asks you to
  update the Memory Bank before the window fills.
- Row 3: reading everything is the "distraction" failure — the history of the project crowds
  out the task at hand.
- Row 4: routing is tested like code. The next slide has the numbers.
- Row 5: whatever an Agent writes into the Memory Bank is read by every future session. A
  wrong fact becomes a durable wrong fact.
- Row 6: some memory is about the person, not the project, and doesn't belong in a shared
  repository.
TRANSITION — "Let's start with routing, because it has a number attached."
TIME —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Routing became the default in CopilotAtelier on 24 Jul 2026. The numbers come from
Test-MemoryBankRouting.ps1, run on 6 Oct 2026: 25 cases, 0 coverage misses, 0 fallback
failures, an average of about 11.9k approximate tokens per task instead of the 55.5k-token full
read (78.6 % less). On 12 Aug 2026 the reduction was 56.1 %. The route-selection eval
(13 Aug 2026) reports pass@k and pass^k.
PRESENT
- Table: four of the routes are enough to show the idea. A build failure pulls techContext and
  activeContext; a design question pulls systemPatterns and one decision record; a general
  question pulls nothing further.
- Bullet 1, the safety rule: a routing miss must never look like an answer. Slower is fine;
  confidently wrong is not.
- Bullet 2: say the numbers slowly. Zero critical misses is the gate; 79 % is the benefit. The
  benefit grew because the full read grew — routing matters more as a project ages.
- Bullet 3: the first test checks the routes themselves; the second checks whether a Model
  chooses them well. A superset is graded as a cost, not a failure; only a dropped file fails.
TRANSITION — "Routing decides what to read. Compaction decides what is left."
TIME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CopilotAtelier Decision 0021 (25 Aug 2026). The recovery file is
.memory-bank/session/compaction-&lt;UTC&gt;Z.md. CopilotAtelier calls it a compaction checkpoint; it
is not the VS Code Checkpoint you restore to undo an Agent's edits.
PRESENT
- Opening: compaction is not an error; it is how long sessions survive. The danger is that it
  is silent.
- Bullet 1: the summary is produced by the truncation. It says what happened, not what the
  Agent still holds in its context window.
- Bullet 2: in this setup, Memory Bank updates happen when the turn closes. A turn compacted in
  the middle never closes the way it planned to.
- Table, row by row: the entry gate already existed (Part 1's Hooks slide). The exit gate is
  the new piece. The Instruction is re-sent with every request, so it survives the truncation
  that the conversation does not.
- Blockquote: be honest about the limit. VS Code's PreCompact event supports only the common
  output format, so the Hook writes state to disk but can't inject it. Recovery is "files plus
  a rule", not magic.
TRANSITION — "Not everything an Agent should remember belongs to the project."
TIME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CopilotAtelier Decisions 0027 (30 Sep 2026) and 0028 (6 Oct 2026). This design ran
through exactly the workflow of this talk: an architect interview with sign-off, an
independent review, and Hooks that survive compaction.
PRESENT
- Table: read the Owner column — that is the point of the slide. Each memory has one owner and
  one authority. Mixing them is how personal data ends up in a shared repository.
- Personal row: CopilotAtelier keeps a contributor's familiarity (new, familiar, expert) per
  knowledge area. It changes the wording and depth of answers, never warnings, tests, or
  review. It never enters a repository: a self-assessment stays honest only if no colleague can
  read or edit it.
- Bullet 1: a real engineering constraint. After compaction no Copilot host runs SessionStart
  again, so the levels would silently reset. A PostToolUse Hook re-sends them once, on the
  first Tool call after compaction.
- Bullet 2: the human decision. The architect recommended a cheaper Skill; the contributor chose
  determinism and accepted the measured cost (p95 about 0.6 s in VS Code and 0.85 s in the SDK
  host). The Agent recommended; the human decided.
- Bullet 3: the review found real problems before any code existed — the cheapest moment.
TRANSITION (90 min) — "One more property every shared memory needs: integrity."
TRANSITION (60 min) — "Let's measure a real Memory Bank."
TIME —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Third demo: 4 minutes at 90, 2 minutes at 60. Both scripts are read-only. Paths
assume the default checkouts; adjust them if yours differ.
DO
1. Run the routing check. Read three fields aloud: CaseCount 25, CoverageMisses 0, and
   AverageContextReductionPercent (about 79). It takes about a second.
2. 90 minutes, optional honesty moment: run the health check on the AgenticOperatingModel
   repository. It fails: several core files lack the metadata block, and two are far over
   their line budgets (systemPatterns.md has more than 550 lines against a budget of 110).
   Say: "This is the repository of this talk. I added the index while preparing it, and the
   check still fails. Routing doesn't fix bloat; curation does."
3. Switch to the demo repository and open the Design Concept in .memory-bank/decisions/. Make
   the point: the next Agent reads this file. A subagent never sees our chat, and a compaction
   can drop it.
4. Glance at the engineer's progress; don't interrupt it.
IF IT FAILS — The numbers are on the slide. Show them and move on.
TRANSITION — "The engineer should be done by now. Time to check its work."
TIME — 4 minutes at 90, 2 minutes at 60 (skip step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security reviewer's real frontmatter from CopilotAtelier (6 Oct 2026), shortened.
The field meanings follow the VS Code custom agents documentation: handoffs are suggested next
steps shown as buttons after a reply, and send: true auto-submits the Prompt.
PRESENT
- Code block, top to bottom: the name; agents lists whom it may call as a subagent; then two
  Agent handoffs, one per verdict.
- The two send values are the heart of block 4. Pass path: send true — pick the button and the
  writer starts. Fail path: send false — the Prompt is prepared, but you read it and decide.
- Bullet 1: an Agent handoff switches the conversation to another Custom agent. You stay in the
  loop and can edit the Prompt.
- Bullet 2: subagents are different. The current Agent calls them, they run in their own
  context window, and they return a summary. Declaring agents is least privilege for delegation.
- Bullet 3: heavyweight or domain-specific Custom agents set this flag, so no other Agent pulls
  them in by accident.
- If someone attended the 4h workshop: its older version of this slide described agents as
  "who may call me". The documentation says it is "whom this agent may call".
TRANSITION — "Chain four of these together and you get a development cycle."
TIME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CopilotAtelier, 28 Aug 2026: the opt-in development cycle and the independent review
switch. Roles: the architect writes the Design Concept, the engineer implements and validates,
the security reviewer is the gate, and the technical writer documents and closes out.
PRESENT
- Diagram: forward arrows go ahead as soon as you pick the button, because you started the
  cycle. The only way back to the engineer is the fail arrow, and it waits for you.
- Bullet 1: starting four Agents is expensive, so the trigger is explicit. The architect even
  carries a refusal list: "end-to-end" usually means end-to-end tests.
- Bullet 2: consent at the entry point covers the chain; asking again at every stage would be
  ceremony.
- Bullet 3: block 3 again — files survive compaction and reach subagents; the chat doesn't.
- Bullet 4: four stages would otherwise produce four changelog entries and four commits for
  one change.
- Bullet 5: outside a cycle the default is review off. With it off, the engineer still names
  the risk and recommends a review; it just doesn't spend minutes on one unasked. Why? In an
  agent-customization repository nearly every change touched security, a public contract, or
  an Agent, so "review high-risk work" had quietly become "review everything".
TRANSITION — "Why is the way back gated? Because of fifteen round trips."
TIME —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A real failure recorded in CopilotAtelier's changelog (release 5.0.0, entry of
28 Aug 2026): a prose cap plus two mutually auto-submitting Agent handoffs produced fifteen
complete round trips.
PRESENT — Tell it as a story. This is the most memorable slide of the block.
- The setup sounds reasonable: a written cap of two rounds. Most of us would write exactly that.
- Pause on the result: fifteen round trips, stopped by a human walking away.
- Then the why, slowly: each Agent starts fresh. The reviewer doesn't know it is in round
  twelve, and neither does the engineer. Counting needs state, and a sentence has none.
- Blockquote: the general rule for every evaluator–optimizer loop — retries, fix rounds, "keep
  going until the tests pass". Put the limit in structure, configuration, or a Hook; never only
  in a sentence.
- Link to Part 1's vigilance trap: the fix is not "watch the loop more closely". The fix is
  one deliberate click per fix round.
TRANSITION — "So where does the bound live now?"
TIME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fix that shipped in CopilotAtelier: the asymmetry of the send values is the
bound, and a Pester test walks the whole handoff graph so the ring can't come back unnoticed.
Run on 6 Oct 2026: 20 of 20 tests passed.
PRESENT
- Table: three forward edges are true, one return edge is false. Going forward is cheap and
  safe; re-entering implementation is a decision.
- Code: two ideas in a few lines. First, the test checks its own detector on a known ring,
  a → b → a, because a guard that never fires would pass silently. Second, it builds the graph
  of every auto-submitting Agent handoff in every Custom agent and fails on any cycle.
- Blockquote: the whole lesson of block 4 in one line. The bound lives in configuration, and a
  test protects the configuration.
- Optional: the same test file also checks that the cycle is opt-in, that exactly one stage
  closes out, and that ambiguous phrases don't start it.
TRANSITION (90 min) — "Agent handoff chains are one orchestration pattern of several."
TRANSITION (60 min) — "Let's see the gate in action."
TIME —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Fourth demo: 10 minutes at 90, 6 minutes at 60. Rehearsal branches in the demo
repository: demo/2-implemented, demo/3-review, demo/4-done. At 60 minutes, switch to the
branches from step 2 on.
DO
1. Switch to the engineer's chat. Show the diff in the Source Control view and the probe or
   test run it used to verify the new Tool. Ask the room: "What would you check first?"
2. Take "Run Security Review". Likely findings for an event-log Tool: a free-text log name
   lets the Agent read any log the server's identity can read — including
   PowerShell/Operational, where script-block logging can capture secrets (fix: an
   allow-list); the event message text is untrusted input (fix: truncate it and mark it as
   data); no cap on the number of events (fix: a cap).
3. Take "Fix Issues Found". The Prompt appears in the input box but is not sent. Pause: "This is
   the one place in the cycle where a human decides — not on every Tool call, once per fix
   round." Then send it.
4. After the fix, the engineer hands back for review. On pass, take "Document the Change" and
   let the writer produce the changelog entry and the commit. Show the commit in the git log.
5. In a terminal: Invoke-Pester C:\Git\CopilotAtelier\tests\DevelopmentCycle.Tests.ps1
   -Output Detailed. Show the ring test passing.
IF IT FAILS OR RUNS LONG — Switch to the next rehearsal branch and narrate what the stage
produced. Never wait silently for more than a minute.
TRANSITION — "One thing left: use the Tool."
TIME — 10 minutes at 90, 6 minutes at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payoff of the running example: 2 minutes.
DO
1. MCP server list → agentic-demo-ps → Restart. Show the new Tool in the Tool list.
2. Open a new chat — fresh context, so nothing from the session helps the Agent — and ask the
   question. Approve the call. Read one or two events aloud.
SAY — Walk the trail backwards: the commit, the review findings, the Design Concept in
decisions/, the interview. "Nothing important lived only in the chat."
IF IT FAILS — If the System log has no errors in the last hour, ask for the last 24 hours.
TRANSITION — "Four blocks, several kinds of Customization. Which one when?"
TIME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fifth learning outcome of the abstract: choose the right surface for a recurring
need. Every row appeared in today's demos.
PRESENT
- Read the left column as questions to the room: "You need a rule that always applies — what
  do you use?" Let them answer before you reveal the middle column.
- Row 3 links back to block 2: the Skill lost; the Custom agent won.
- Row 4 links back to block 3: PreCompact and PostToolUse are Hooks.
- Row 5 is block 1; row 6 is block 3.
- Blockquote: the dividing line is enforcement. Text can be ignored; code the host runs can't.
  That is the whole reason Hooks exist.
TRANSITION — "One image to take home."
TIME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closing metaphor, reused from the ending of Part 1 (a paraphrase of Matt Pocock,
2026).
PRESENT
- Map today's blocks onto it: the commander answers the grill questions, signs off the
  Design Concept, clicks the fix round, and decides what counts as done. The sergeant does
  everything between those decisions.
- Heteromation: if the human only rubber-stamps, the roles invert and the human becomes the
  machine's tool. Today's gates exist to keep the commander in command.
TRANSITION — "Here is where everything lives."
TIME —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Everything shown today is public and MIT-licensed.
PRESENT
- First block: the two repositories. CopilotAtelier installs from the PowerShell Gallery; the
  Custom agents in the demo are software-architect, software-engineer, security-reviewer, and
  technical-writer.
- Second block: the primary sources behind the claims about MCP, Agent handoffs, Hooks, and
  the Lethal trifecta.
- Mention that the published slides carry these speaker notes, so attendees can read the
  reasoning behind every slide.
TRANSITION — "Questions."
TIME —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Q&amp;A: 4 minutes at 60, 8 minutes at 90.
PREPARED ANSWERS
- "Is MCP safe for production?" — As safe as the identity it runs under and the Tools it
  exposes. Use least privilege, confirm destructive Tools, and never combine the Lethal
  trifecta in one Agent.
- "Does routing ever miss?" — It can. That is why it fails open and is tested: zero critical
  misses on 25 audited cases in CopilotAtelier, plus a separate eval for route selection.
- "Why not let the Agents loop until the tests pass?" — Fifteen round trips. Put the bound in
  structure, not in prose.
- "Do I need all four Custom agents?" — No. Start with one Instruction file and a Memory Bank;
  add the architect when vague requests keep producing rework.
- "Where does host-native memory fit?" — Personal preferences, at most. It is not reviewed or
  versioned, so it never outranks the Memory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Agentic Operating Model — Part 2</dc:title>
  <dc:subject>PptxGenJS Presentation</dc:subject>
  <dc:creator>Created by Marp</dc:creator>
  <cp:lastModifiedBy>Created by Marp</cp:lastModifiedBy>
  <cp:revision>1</cp:revision>
  <dcterms:created xsi:type="dcterms:W3CDTF">2026-10-06T22:13:15Z</dcterms:created>
  <dcterms:modified xsi:type="dcterms:W3CDTF">2026-10-06T22:13:15Z</dcterms:modified>
</cp:coreProperties>
</file>