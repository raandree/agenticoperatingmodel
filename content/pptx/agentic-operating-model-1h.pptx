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 Always present the horizon together with its caveat — quoting the trend without it invites the "this is just AI hype" objection from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2026-08-13T06:21:00Z</dcterms:created>
  <dcterms:modified xsi:type="dcterms:W3CDTF">2026-08-13T06:21:00Z</dcterms:modified>
</cp:coreProperties>
</file>