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Traceability is deliberately retained as the first evidence plane: it is
portable, deterministic, and sufficient for reviewing the final artefact. It is
not a transcript of the Agent's execution. A failed Tool call, a blocked hook,
or a discarded subagent result may leave no Git change at all.
VS Code's OpenTelemetry guide (updated 2026-07-15) emits a connected trace tree
for Agent orchestration, Model calls, Tool calls, hooks, and subagents, plus
cost, error, and outcome metrics. GitHub Copilot session streaming entered
public preview on 2026-07-02 for prompts, responses, and Tool calls. Keep those
execution records separate from adoption dashboards, which measure usage rather
than explain one action.
Content capture is off by default. Turning it on can collect sensitive code,
prompts, file contents, Tool arguments, and Tool results, so retention and
access control become part of the design.
Sources:
- https://code.visualstudio.com/docs/agents/guides/monitoring-agents
- https://github.blog/changelog/2026-07-02-copilot-agent-session-streaming-is-now-in-public-preview/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moved under the Agentic AI Foundation, while A2A is maintained as a separate Linux Foundation project. A2A v1.0.1 shipped in May 2026, so this is a protocol-map clarification rather than a July trend: MCP is Agent-to-Tool; A2A is independent Agent-to-Agent; an in-process subagent still uses the host's native delegation primitive. Takeaway: instruction files, Skills, and protocol investments are portable, but exact support still varies by product. Sources: https://aaif.io/ and https://a2a-protocol.org/latest/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2026-07-22T18:14:28Z</dcterms:created>
  <dcterms:modified xsi:type="dcterms:W3CDTF">2026-07-22T18:14:28Z</dcterms:modified>
</cp:coreProperties>
</file>