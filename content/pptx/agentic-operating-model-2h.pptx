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(for newcomers):
- **LLM** = Large Language Model. The "brain" behind the assistant (Claude, GPT, Gemini).
- **Context window** = how much text (your code + chat + docs) the model can read at once.
- **Tool use** = the model can call functions like "read file", "run command", not just generate text.
- **MCP** = a USB-like standard that lets any AI tool talk to any data source. Covered in Module 8.
- The point of this slide: the *capability* existed for a while, but only NOW are price, context size, and tooling good enough for autonomous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(for newcomers):
- Don't memorize this slide — we'll revisit each term as it comes up.
- Easy mental model:
  - **Model** = the engine (the LLM itself).
  - **Agent** = the driver (uses the engine + tools to reach a goal).
  - **Tool** = a hand (file read, shell, web fetch).
  - **Instruction** = a standing order the driver must always follow.
  - **Skill** = a specialist manual the driver opens only when needed.
  - **Prompt** = what you tell the driver right now.
  - **Memory Bank** = the driver's logbook between trips.
- This vocabulary is shared across Copilot, Claude Code, Cursor — it's not Microsoft-specific.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(for newcomers):
- The analogy answers the most common fear: "Do I need to know less now that AI codes for me?" — No, you need to know *more*, just differently.
- A conductor doesn't play the violin — but they hear when the violin is wrong. That's exactly your new job: hear when the AI is wrong.
- "Multi-agent" sounds futuristic but in practice means: one agent writes, a second reviews security, a third writes docs. We'll see how in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(for newcomers):
- **Git** = the version-control system. Think of it as "track changes" for an entire project, with full history.
- **Repository** ("repo") = one project's folder + its history. Usually hosted on GitHub or Azure DevOps.
- Why does Git matter here? Because the AI reads your repo to learn HOW your team writes code, not just WHAT they wrote.
- If you've never used Git: GitHub Desktop is the easiest GUI. The agentic operating model assumes a Git repo — if you skip Git, you skip most of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(for newcomers):
- **Automated test** = a small piece of code that checks another piece of code does what it should. Either passes or fails — no opinion involved.
- In PowerShell the test framework is called **Pester**. In Python it's pytest, in JavaScript it's Jest. Same idea everywhere.
- Why this matters for AI: tests are the only objective signal the agent has that its work is right. Without tests, "done" means "I think 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Operating Model</dc:title>
  <dc:subject>PptxGenJS Presentation</dc:subject>
  <dc:creator>Created by Marp</dc:creator>
  <cp:lastModifiedBy>Created by Marp</cp:lastModifiedBy>
  <cp:revision>1</cp:revision>
  <dcterms:created xsi:type="dcterms:W3CDTF">2026-05-22T09:17:21Z</dcterms:created>
  <dcterms:modified xsi:type="dcterms:W3CDTF">2026-05-22T09:17:21Z</dcterms:modified>
</cp:coreProperties>
</file>