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"Context engineering" is the field's successor to prompt engineering (Anthropic, 2025). The counter-intuitive point: a 1M-token window does not mean you should fill it — models lose recall as context grows (context rot). The Memory Bank we already teach is a structured-note-taking instance of context engineering, so this elevates existing content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shift since early 2026 — Skills, AGENTS.md, and MCP were donated to the Agentic AI Foundation under the Linux Foundation, with every major vendor as a member; Agent Skills is now an open spec adopted across dozens of tools. Takeaway for the audience: the instruction files, skills, and memory-bank discipline they invest in are portable across tools, not a Copilot lock-in — and it externally validates our "operating model"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extends self-verification from deterministic Pester tests (which prove the code) to evals (which measure the non-deterministic agent or prompt). Vocabulary: graders (code / LLM-as-judge / human), capability vs regression evals, pass@k vs pass^k, and eval-driven development. Practitioners call evals "the single hardest problem in AI engineering." For this audience: you don't need a framework to start — 20 to 50 real tasks from your own failures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
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Prompt injection is the defining agent-security concept and it's missing from most training. The lethal trifecta (Simon Willison): private data + untrusted content + external communication = exfiltration. This audience is exactly at risk because they wire agents to email, web, and databases via MCP. Emphasize: vendor guardrails are not a fix; the structural fix is to not combine all three capabilities in one agent. This is OWASP LLM01, the top LLM risk, and it is not jailbreaking.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2026-07-02T16:10:17Z</dcterms:created>
  <dcterms:modified xsi:type="dcterms:W3CDTF">2026-07-02T16:10:17Z</dcterms:modified>
</cp:coreProperties>
</file>