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8 appendix
### Timing: 25 minutes (Extended agenda only)
### Slide Timing Breakdown:
- Slides 8.1-8.6: MCP (10 min)
- Slides 8.7-8.8: Checkpoints (5 min)
- Slides 8.9: Multi-file operations (5 min)
- Slides 8.10-8.12: Agent types and future (5 min)
- Slides 8.13-8.14: 2026 Q2 capabilities + takeaway (5 min)
### Key Points to Emphasize:
1. MCP is the "USB for AI tools" — one standard that works everywhere
2. Checkpoints remove fear — let agents take bigger steps
3. Multi-file operations are where agentic coding truly shines
4. Cloud agents represent the next phase — Issues become PRs automatically
5. Despite all the power, human review remains the constant
### Demo Suggestions:
- **MCP demo**: Show configuring a GitHub MCP server, then ask the
  agent to "list my open issues" — demonstrates tool discovery
- **Checkpoint demo**: Have the agent make several changes, then
  click "Undo" to roll back to an earlier state
- **Multi-file demo**: Ask the agent to rename a function and watch
  it update all references across files, then run tests
### Common Questions:
- "Is MCP safe?" → Tool approval prompts, scoped credentials,
  open source servers. Start with read-only access.
- "Can the cloud agent access private repos?" → Yes, with proper
  GitHub App permissions configured.
- "How long can a cloud agent run?" → Several minutes per task;
  it creates a PR when done.
- "What happens if the agent breaks something?" → Checkpoints
  let you roll back. Tests catch regressions.
- "Can I build my own MCP server?" → Yes, MCP has SDKs for
  TypeScript, Python, and other languages.
### Tone:
- Exciting but grounded
- Show the possibilities, but remind that fundamentals
  (instructions, tests, review) still apply
- These are power tools for people who already understand the basics
### Transition to Module 9:
"Now that you've seen what agentic coding can do at its most
advanced, let's talk about an equally important topic: knowing
when to use these capabilities and when to exercise caution..."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9 appendix
### Timing: 15-20 minutes
### Key Points to Emphasize:
1. Agentic coding is powerful but not universal
2. Works best for **well-defined, verifiable** tasks
3. Be extra careful with security and complex logic
4. **If you can't verify it, don't generate it**
5. Your role shifts to architect/reviewer/judge/owner
6. **Know what you are doing** — understanding the code remains essential even when AI writes it
7. Agent security: Understand what the agent CAN do and restrict where needed
### Common Questions:
- "Will AI replace me?" → No, it changes your role, you're more valuable
- "What about liability?" → You own what you commit
- "How do I know when to use it?" → Decision framework
- "What about security?" → Extra review, specific rules, and agent sandboxing
- "What if the agent does something destructive?" → Safeguards (tool approval, sandboxing, checkpoints)
### Tone:
- Be honest about limitations
- Not fear-mongering, just realistic
- Empower with good judgment
### Transition to Module 10:
"Now that you know when and how to use agentic coding, let's talk about your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2026-05-22T12:25:27Z</dcterms:created>
  <dcterms:modified xsi:type="dcterms:W3CDTF">2026-05-22T12:25:27Z</dcterms:modified>
</cp:coreProperties>
</file>