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Traceability is deliberately retained as the first evidence plane: it is
portable, deterministic, and sufficient for reviewing the final artefact. It is
not a transcript of the Agent's execution. A failed Tool call, a blocked hook,
or a discarded subagent result may leave no Git change at all.
VS Code's OpenTelemetry guide (updated 2026-07-15) emits a connected trace tree
for Agent orchestration, Model calls, Tool calls, hooks, and subagents, plus
cost, error, and outcome metrics. GitHub Copilot session streaming entered
public preview on 2026-07-02 for prompts, responses, and Tool calls. Keep those
execution records separate from adoption dashboards, which measure usage rather
than explain one action.
Content capture is off by default. Turning it on can collect sensitive code,
prompts, file contents, Tool arguments, and Tool results, so retention and
access control become part of the design.
Sources:
- https://code.visualstudio.com/docs/agents/guides/monitoring-agents
- https://github.blog/changelog/2026-07-02-copilot-agent-session-streaming-is-now-in-public-preview/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
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slide that closes the honesty gap in Module 3. Everything before it — copilot-instructions.md, .instructions.md, .agent.md, SKILL.md — is text the model reads and then decides whether to follow. Most of the time it follows. "Most of the time" is not a control. Hooks are the missing deterministic layer: VS Code, the Copilot CLI and Claude Code all read a user-level hooks folder (~/.copilot/hooks), execute the declared command, and act on the exit code. Exit 0 proceeds, exit 2 blocks the tool call and shows the reason to the model, and anything else is a non-blocking warning — so a broken hook degrades to noise rather than bricking every tool call. Two worked examples from CopilotAtelier: Block-RemoteMutation.ps1 on PreToolUse refuses git push, --no-verify, git reset --hard, force-clean, and mutating gh commands, with an environment-variable escape hatch for a push the user actually authorised this turn; Add-SessionContext.ps1 on SessionStart probes the filesystem for .memory-bank/index.md and states authoritatively whether it exists — which kills the recurring failure where the agent concludes "no Memory Bank" because the workspace summary omits dotfile folders. Two caveats to say out loud. First, this is pattern matching over a command string, not a sandbox; an obfuscated or indirectly invoked push gets through, so it is defense in depth that removes the *accidental* path, and the written rule still has to exist. Second, and this is the important one, it connects straight to the containment module: an agent that can edit the hook scripts can rewrite its own guardrails, so the hook folder has to sit outside the agent's auto-approved edit scope. Sources: https://code.visualstudio.com/docs/agent-customization/hooks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moved under the Agentic AI Foundation, while A2A is maintained as a separate Linux Foundation project. A2A v1.0.1 shipped in May 2026, so this is a protocol-map clarification rather than a July trend: MCP is Agent-to-Tool; A2A is independent Agent-to-Agent; an in-process subagent still uses the host's native delegation primitive. Takeaway: instruction files, Skills, and protocol investments are portable, but exact support still varies by product. Sources: https://aaif.io/ and https://a2a-protocol.org/latest/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2026-07-29T19:25:28Z</dcterms:created>
  <dcterms:modified xsi:type="dcterms:W3CDTF">2026-07-29T19:25:28Z</dcterms:modified>
</cp:coreProperties>
</file>